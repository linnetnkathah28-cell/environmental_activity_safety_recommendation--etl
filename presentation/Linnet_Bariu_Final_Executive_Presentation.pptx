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5" d="100"/>
          <a:sy n="65" d="100"/>
        </p:scale>
        <p:origin x="70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ptos"/>
              </a:rPr>
              <a:t>Environmental Trend View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AQI trend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58</c:v>
                </c:pt>
                <c:pt idx="2">
                  <c:v>76</c:v>
                </c:pt>
                <c:pt idx="3">
                  <c:v>69</c:v>
                </c:pt>
                <c:pt idx="4">
                  <c:v>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E79-4013-BB32-829193FA68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UV trend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8</c:v>
                </c:pt>
                <c:pt idx="4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79-4013-BB32-829193FA68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7366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 decision-support tool, not just a dashboard. Emphasize that the system connects real environmental data to recommended actions for non-technical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issue in executive terms: people do not just need data, they need a recommendation they can act on. The project reduces uncertainty when planning outdoor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across the pipeline from left to right. The key message is that the technology stack is not the story—the user outcome is. APIs and ETL produce the recommendation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briefly demonstrate the end-to-end thinking. The architecture diagram shows API retrieval, JSON responses, Pandas processing, recommendation logic, PostgreSQL storage, and Power BI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 schema to business reliability. The normalized design separates reference data from forecasts and recommendations, making the dashboard easier to scale, validate, and maintain.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production thinking: a dashboard is only useful if users can trust the data. Validation checks and logging make the pipeline more reliable and maintainable.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key value story. Explain that the rules translate environmental complexity into practical guidance that a family, commuter, or fitness enthusiast can use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your dashboard demo if a live demo is not required. If you have screenshots from Power BI, replace the mockup on the left with your actual screenshot and keep the demo script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executive impact slide. Speak less about code and more about outcomes: safety, preparedness, awareness, and a reusable analytics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8346D-466E-67A1-E3C9-046B5AC4C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7A69B4-694E-2C7F-8ECB-97E0F4EA1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DA4F1-7C0E-FFEE-8F98-EAFCB4DD0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confidence. State that the repository supports reproducibility and that the project demonstrates production thinking and executive communication.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2E718-CC98-078F-26FA-AE11D87266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9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60120"/>
            <a:ext cx="71780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Environmental Activity &amp; Safety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 Dashboard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13232" y="23317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DE7E2"/>
                </a:solidFill>
              </a:rPr>
              <a:t>Executive Presentation • Final Project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13232" y="27889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Developer: Linnet Bariu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3127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7F4"/>
                </a:solidFill>
              </a:rPr>
              <a:t>Python  •  PostgreSQL  •  Dash  •  Open-Meteo APIs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75320" y="1143000"/>
            <a:ext cx="2880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Project Purpose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75320" y="1508760"/>
            <a:ext cx="29718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EAF7F4"/>
                </a:solidFill>
              </a:rPr>
              <a:t>Turn weather + air quality data into clear daily activity recommendations and safety alerts for Louisville residents.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75320" y="29718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9DCD6"/>
                </a:solidFill>
              </a:rPr>
              <a:t>Executive focus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32186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</a:rPr>
              <a:t>Impact • Reliability • Reproducibility</a:t>
            </a:r>
            <a:endParaRPr lang="en-US" sz="12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Business problem: outdoor planning lacks environmental context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Traditional weather apps show temperature and precipitation, but often miss air quality, UV exposure, and pollution risk.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2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58F"/>
                </a:solidFill>
              </a:rPr>
              <a:t> Executive Presentation  |  Environmental Activity &amp; Safety Recommendation Dashboard  |  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The gap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39776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</a:rPr>
              <a:t>Louisville residents need a simple way to know whether outdoor activities are safe, comfortable, or better moved indoors.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49808" y="2971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1495B"/>
                </a:solidFill>
              </a:rPr>
              <a:t>Air quality risk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32278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AQI, PM2.5, PM10 and ozone can change outdoor safety.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3630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8E2B"/>
                </a:solidFill>
              </a:rPr>
              <a:t>Weather comfort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9808" y="3886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Heat, humidity, wind and precipitation affect activity choices.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42885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7B"/>
                </a:solidFill>
              </a:rPr>
              <a:t>Sun exposure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9808" y="4544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UV levels influence sunscreen guidance and outdoor duration.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23560" y="914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</a:rPr>
              <a:t>Business question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23560" y="1719072"/>
            <a:ext cx="53035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</a:rPr>
              <a:t>How can we convert environmental data into actionable activity and safety recommendations?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623560" y="2834640"/>
            <a:ext cx="1234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DE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Input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Weather + air quality signals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40880" y="2834640"/>
            <a:ext cx="1234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DE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Decision logic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Rules evaluate conditions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58200" y="2834640"/>
            <a:ext cx="1234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DE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Output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Activity + safety guidance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875520" y="2834640"/>
            <a:ext cx="1234440" cy="10058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</a:rPr>
              <a:t>Value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</a:rPr>
              <a:t>Better daily planning decisions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5623560" y="4434840"/>
            <a:ext cx="5440680" cy="594360"/>
          </a:xfrm>
          <a:prstGeom prst="rect">
            <a:avLst/>
          </a:prstGeom>
          <a:solidFill>
            <a:srgbClr val="EEF7F5"/>
          </a:solidFill>
          <a:ln w="12700">
            <a:solidFill>
              <a:srgbClr val="D8EAE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Stakeholders served: families, fitness enthusiasts, commuters, outdoor planners, and community members seeking safety guidance.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Solution: unified environmental decision-support pipeline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The project integrates APIs, cleans and stores data, then presents recommendations through Dash.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2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58F"/>
                </a:solidFill>
              </a:rPr>
              <a:t>Executive Presentation  |  Environmental Activity &amp; Safety Recommendation Dashboard  |  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691640" cy="320040"/>
          </a:xfrm>
          <a:prstGeom prst="rect">
            <a:avLst/>
          </a:prstGeom>
          <a:solidFill>
            <a:srgbClr val="0E7C7B"/>
          </a:solidFill>
          <a:ln>
            <a:solidFill>
              <a:srgbClr val="0E7C7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Open-Meteo APIs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1691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Weather forecast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Air quality forecast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07792" y="1508760"/>
            <a:ext cx="1691640" cy="320040"/>
          </a:xfrm>
          <a:prstGeom prst="rect">
            <a:avLst/>
          </a:prstGeom>
          <a:solidFill>
            <a:srgbClr val="0E7C7B"/>
          </a:solidFill>
          <a:ln>
            <a:solidFill>
              <a:srgbClr val="0E7C7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Python ETL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07792" y="1901952"/>
            <a:ext cx="1691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Requests + Pandas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cleaning, shaping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75504" y="1508760"/>
            <a:ext cx="1691640" cy="320040"/>
          </a:xfrm>
          <a:prstGeom prst="rect">
            <a:avLst/>
          </a:prstGeom>
          <a:solidFill>
            <a:srgbClr val="17324D"/>
          </a:solidFill>
          <a:ln>
            <a:solidFill>
              <a:srgbClr val="17324D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75504" y="1901952"/>
            <a:ext cx="1691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Normalized storage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forecast + rules data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43216" y="1508760"/>
            <a:ext cx="1691640" cy="320040"/>
          </a:xfrm>
          <a:prstGeom prst="rect">
            <a:avLst/>
          </a:prstGeom>
          <a:solidFill>
            <a:srgbClr val="F28E2B"/>
          </a:solidFill>
          <a:ln>
            <a:solidFill>
              <a:srgbClr val="F28E2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Rules engine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43216" y="1901952"/>
            <a:ext cx="1691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AQI, UV, rain, temp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condition triggers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710928" y="1508760"/>
            <a:ext cx="1691640" cy="320040"/>
          </a:xfrm>
          <a:prstGeom prst="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Dash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10928" y="1901952"/>
            <a:ext cx="1691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KPIs, charts, filters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alerts + activity cards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352044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</a:rPr>
              <a:t>Core design principle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858768"/>
            <a:ext cx="46634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</a:rPr>
              <a:t>Translate technical environmental indicators into clear user actions.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852160" y="33375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AQI / PM2.5 / PM10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01000" y="33375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</a:rPr>
              <a:t>Outdoor exposure risk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852160" y="39319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UV index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01000" y="3931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</a:rPr>
              <a:t>Sunscreen and sun avoidance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852160" y="45262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Precipitation probability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01000" y="45262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</a:rPr>
              <a:t>Indoor vs. outdoor planning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852160" y="51206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Temperature / humidity / wind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01000" y="51206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636E"/>
                </a:solidFill>
              </a:rPr>
              <a:t>Comfort and activity suitability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Pipeline architecture overview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Production-style flow from API extraction through storage, reporting, and user-facing alerts.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2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58F"/>
                </a:solidFill>
              </a:rPr>
              <a:t>Executive Presentation  |  Environmental Activity &amp; Safety Recommendation Dashboard  |  4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822960" y="5623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7B"/>
                </a:solidFill>
              </a:rPr>
              <a:t>Architecture highlights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697480" y="56235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API reliability • Pandas transformation • PostgreSQL persistence • rule-based recommendations • Dash decision layer</a:t>
            </a:r>
            <a:endParaRPr lang="en-US" sz="12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66DFB7-5E10-FC02-9EE1-9CB26D3E3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69" y="1305234"/>
            <a:ext cx="9832627" cy="40263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Database schema: normalized model supports clean reporting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Forecast observations, reference data, and final recommendations are separated for consistency and reuse.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2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58F"/>
                </a:solidFill>
              </a:rPr>
              <a:t>Executive Presentation  |  Environmental Activity &amp; Safety Recommendation Dashboard  |  5</a:t>
            </a:r>
            <a:endParaRPr lang="en-US" sz="750" dirty="0"/>
          </a:p>
        </p:txBody>
      </p:sp>
      <p:pic>
        <p:nvPicPr>
          <p:cNvPr id="6" name="Image 0" descr="/mnt/data/schema_er_diagram_full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67955"/>
            <a:ext cx="6766560" cy="40421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800" y="15087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Schema highlights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43800" y="19019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</a:rPr>
              <a:t>locations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43800" y="21305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36E"/>
                </a:solidFill>
              </a:rPr>
              <a:t>City, state, latitude and longitude for supported places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543800" y="2560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</a:rPr>
              <a:t>weather_forecast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543800" y="2788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36E"/>
                </a:solidFill>
              </a:rPr>
              <a:t>Temperature, humidity, UV, wind and precipitation records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543800" y="32186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</a:rPr>
              <a:t>air_quality_forecast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543800" y="34472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36E"/>
                </a:solidFill>
              </a:rPr>
              <a:t>AQI, PM2.5, PM10 and ozone measurements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543800" y="38770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</a:rPr>
              <a:t>activities + safety_guidance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43800" y="41056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36E"/>
                </a:solidFill>
              </a:rPr>
              <a:t>Reusable options and rule messages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543800" y="453542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</a:rPr>
              <a:t>recommendations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543800" y="47640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36E"/>
                </a:solidFill>
              </a:rPr>
              <a:t>Final outputs that link conditions to actions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543800" y="5394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</a:rPr>
              <a:t>Why it matters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543800" y="5650992"/>
            <a:ext cx="3611880" cy="502920"/>
          </a:xfrm>
          <a:prstGeom prst="rect">
            <a:avLst/>
          </a:prstGeom>
          <a:solidFill>
            <a:srgbClr val="EEF7F5"/>
          </a:solidFill>
          <a:ln w="12700">
            <a:solidFill>
              <a:srgbClr val="D8EAE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F2937"/>
                </a:solidFill>
              </a:rPr>
              <a:t>Reusable rules reduce duplicate logic, improve data quality, and make Dash reporting easier to maintain.</a:t>
            </a:r>
            <a:endParaRPr lang="en-US" sz="11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ETL, validation, and error handling approach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The pipeline is designed to be reproducible, auditable, and resilient to missing or failed API data.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2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58F"/>
                </a:solidFill>
              </a:rPr>
              <a:t> Executive Presentation  |  Environmental Activity &amp; Safety Recommendation Dashboard  |  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783080" cy="320040"/>
          </a:xfrm>
          <a:prstGeom prst="rect">
            <a:avLst/>
          </a:prstGeom>
          <a:solidFill>
            <a:srgbClr val="0E7C7B"/>
          </a:solidFill>
          <a:ln>
            <a:solidFill>
              <a:srgbClr val="0E7C7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Extract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10512"/>
            <a:ext cx="1783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</a:rPr>
              <a:t>Requests pulls weather and air quality JSON from Open-Meteo for Louisville, KY.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2907792" y="1417320"/>
            <a:ext cx="1783080" cy="320040"/>
          </a:xfrm>
          <a:prstGeom prst="rect">
            <a:avLst/>
          </a:prstGeom>
          <a:solidFill>
            <a:srgbClr val="17324D"/>
          </a:solidFill>
          <a:ln>
            <a:solidFill>
              <a:srgbClr val="17324D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Transform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07792" y="1810512"/>
            <a:ext cx="1783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</a:rPr>
              <a:t>Pandas cleans fields, handles missing values, standardizes timestamps, and formats relational data.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5175504" y="1417320"/>
            <a:ext cx="1783080" cy="320040"/>
          </a:xfrm>
          <a:prstGeom prst="rect">
            <a:avLst/>
          </a:prstGeom>
          <a:solidFill>
            <a:srgbClr val="4CAF50"/>
          </a:solidFill>
          <a:ln>
            <a:solidFill>
              <a:srgbClr val="4CAF50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Load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75504" y="1810512"/>
            <a:ext cx="1783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</a:rPr>
              <a:t>Processed tables load into PostgreSQL for reporting and downstream recommendation generation.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443216" y="1417320"/>
            <a:ext cx="1783080" cy="320040"/>
          </a:xfrm>
          <a:prstGeom prst="rect">
            <a:avLst/>
          </a:prstGeom>
          <a:solidFill>
            <a:srgbClr val="F28E2B"/>
          </a:solidFill>
          <a:ln>
            <a:solidFill>
              <a:srgbClr val="F28E2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Validate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43216" y="1810512"/>
            <a:ext cx="1783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</a:rPr>
              <a:t>Checks confirm required columns, valid ranges, non-null keys, and realistic environmental values.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9710928" y="1417320"/>
            <a:ext cx="1783080" cy="320040"/>
          </a:xfrm>
          <a:prstGeom prst="rect">
            <a:avLst/>
          </a:prstGeom>
          <a:solidFill>
            <a:srgbClr val="D1495B"/>
          </a:solidFill>
          <a:ln>
            <a:solidFill>
              <a:srgbClr val="D1495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Monitor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710928" y="1810512"/>
            <a:ext cx="1783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</a:rPr>
              <a:t>Logging captures API calls, row counts, failures, and rule outputs for troubleshooting.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77240" y="3886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</a:rPr>
              <a:t>Validation examples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68680" y="43434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AQI: 0–500 expected range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3657600" y="43434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UV index: 0–11+ alert categories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868680" y="50749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Precipitation: 0–100% probability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3657600" y="50749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</a:rPr>
              <a:t>Foreign keys: forecast + guidance links resolve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Recommendation logic: turn conditions into guidance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Rule thresholds convert raw values into activity suggestions and safety alerts.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2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58F"/>
                </a:solidFill>
              </a:rPr>
              <a:t> Executive Presentation  |  Environmental Activity &amp; Safety Recommendation Dashboard  |  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2331720" cy="292608"/>
          </a:xfrm>
          <a:prstGeom prst="rect">
            <a:avLst/>
          </a:prstGeom>
          <a:solidFill>
            <a:srgbClr val="0E7C7B"/>
          </a:solidFill>
          <a:ln>
            <a:solidFill>
              <a:srgbClr val="0E7C7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AQI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10512"/>
            <a:ext cx="23317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F2937"/>
                </a:solidFill>
              </a:rPr>
              <a:t>0–50 outdoor OK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1F2937"/>
                </a:solidFill>
              </a:rPr>
              <a:t>51–100 moderate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1F2937"/>
                </a:solidFill>
              </a:rPr>
              <a:t>&gt;100 reduce exposure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3474720" y="1463040"/>
            <a:ext cx="2331720" cy="292608"/>
          </a:xfrm>
          <a:prstGeom prst="rect">
            <a:avLst/>
          </a:prstGeom>
          <a:solidFill>
            <a:srgbClr val="17324D"/>
          </a:solidFill>
          <a:ln>
            <a:solidFill>
              <a:srgbClr val="17324D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Precipitation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0" y="1810512"/>
            <a:ext cx="23317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F2937"/>
                </a:solidFill>
              </a:rPr>
              <a:t>0–30% outdoor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1F2937"/>
                </a:solidFill>
              </a:rPr>
              <a:t>30–70% covered plans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1F2937"/>
                </a:solidFill>
              </a:rPr>
              <a:t>&gt;70% indoor options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6263640" y="1463040"/>
            <a:ext cx="2331720" cy="292608"/>
          </a:xfrm>
          <a:prstGeom prst="rect">
            <a:avLst/>
          </a:prstGeom>
          <a:solidFill>
            <a:srgbClr val="F28E2B"/>
          </a:solidFill>
          <a:ln>
            <a:solidFill>
              <a:srgbClr val="F28E2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Temperature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63640" y="1810512"/>
            <a:ext cx="23317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F2937"/>
                </a:solidFill>
              </a:rPr>
              <a:t>50–75°F ideal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1F2937"/>
                </a:solidFill>
              </a:rPr>
              <a:t>&gt;85°F heat caution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1F2937"/>
                </a:solidFill>
              </a:rPr>
              <a:t>Cold = layered clothing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9052560" y="1463040"/>
            <a:ext cx="2331720" cy="292608"/>
          </a:xfrm>
          <a:prstGeom prst="rect">
            <a:avLst/>
          </a:prstGeom>
          <a:solidFill>
            <a:srgbClr val="F6C85F"/>
          </a:solidFill>
          <a:ln>
            <a:solidFill>
              <a:srgbClr val="F6C85F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UV Index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52560" y="1810512"/>
            <a:ext cx="23317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F2937"/>
                </a:solidFill>
              </a:rPr>
              <a:t>0–2 outdoor OK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1F2937"/>
                </a:solidFill>
              </a:rPr>
              <a:t>3–5 SPF 30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1F2937"/>
                </a:solidFill>
              </a:rPr>
              <a:t>6–10 SPF 50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1F2937"/>
                </a:solidFill>
              </a:rPr>
              <a:t>11+ indoor preferred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777240" y="38862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Example output shown to users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0E7C7B"/>
                </a:solidFill>
              </a:rPr>
              <a:t>Condition trigger: High UV + warm conditions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68680" y="4645152"/>
            <a:ext cx="4983480" cy="777240"/>
          </a:xfrm>
          <a:prstGeom prst="rect">
            <a:avLst/>
          </a:prstGeom>
          <a:solidFill>
            <a:srgbClr val="EEF7F5"/>
          </a:solidFill>
          <a:ln w="12700">
            <a:solidFill>
              <a:srgbClr val="D8EAE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</a:rPr>
              <a:t>Recommendation: Outdoor walking in shaded areas. Use SPF 50 sunscreen, sunglasses, hydration, and limit direct sun exposure.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629400" y="3886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Business  value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29400" y="4315968"/>
            <a:ext cx="4434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40" b="1" dirty="0">
                <a:solidFill>
                  <a:srgbClr val="1F2937"/>
                </a:solidFill>
              </a:rPr>
              <a:t>The dashboard removes interpretation burden. Instead of expecting users to understand AQI, UV, PM levels, and rain probability, the system provides a clear decision.</a:t>
            </a:r>
            <a:endParaRPr lang="en-US" sz="15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Dashboard demonstration: designed for fast decisions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Dash turns pipeline outputs into KPIs, trend charts, filters, alerts, and recommendation cards.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2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58F"/>
                </a:solidFill>
              </a:rPr>
              <a:t> Executive Presentation  |  Environmental Activity &amp; Safety Recommendation Dashboard  |  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Dash dashboard view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1234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AQI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Current air quality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12264" y="1783080"/>
            <a:ext cx="1234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PM2.5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Fine particles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38728" y="1783080"/>
            <a:ext cx="1234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UV Index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Sun exposure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65192" y="1783080"/>
            <a:ext cx="1234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Rain %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</a:rPr>
              <a:t>Precipitation risk</a:t>
            </a:r>
            <a:endParaRPr lang="en-US" sz="10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685800" y="2788920"/>
          <a:ext cx="46177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5074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7B"/>
                </a:solidFill>
              </a:rPr>
              <a:t>Recommendation card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85800" y="5358384"/>
            <a:ext cx="4617720" cy="457200"/>
          </a:xfrm>
          <a:prstGeom prst="rect">
            <a:avLst/>
          </a:prstGeom>
          <a:solidFill>
            <a:srgbClr val="EEF7F5"/>
          </a:solidFill>
          <a:ln w="12700">
            <a:solidFill>
              <a:srgbClr val="D8EAE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</a:rPr>
              <a:t>Suggested activity: shaded walk or indoor fitness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</a:rPr>
              <a:t>Safety alert: use sunscreen + hydrate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08076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Executive demo script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17920" y="1920240"/>
            <a:ext cx="292608" cy="292608"/>
          </a:xfrm>
          <a:prstGeom prst="rect">
            <a:avLst/>
          </a:prstGeom>
          <a:solidFill>
            <a:srgbClr val="0E7C7B"/>
          </a:solidFill>
          <a:ln>
            <a:solidFill>
              <a:srgbClr val="0E7C7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720840" y="192938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Filter by forecast day and environmental condition.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6217920" y="2578608"/>
            <a:ext cx="292608" cy="292608"/>
          </a:xfrm>
          <a:prstGeom prst="rect">
            <a:avLst/>
          </a:prstGeom>
          <a:solidFill>
            <a:srgbClr val="0E7C7B"/>
          </a:solidFill>
          <a:ln>
            <a:solidFill>
              <a:srgbClr val="0E7C7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720840" y="25877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Review KPIs: AQI, PM2.5, PM10, UV, temperature, precipitation.</a:t>
            </a: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6217920" y="3236976"/>
            <a:ext cx="292608" cy="292608"/>
          </a:xfrm>
          <a:prstGeom prst="rect">
            <a:avLst/>
          </a:prstGeom>
          <a:solidFill>
            <a:srgbClr val="0E7C7B"/>
          </a:solidFill>
          <a:ln>
            <a:solidFill>
              <a:srgbClr val="0E7C7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720840" y="32461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Use trend charts to identify periods of elevated risk.</a:t>
            </a:r>
            <a:endParaRPr lang="en-US" sz="1220" dirty="0"/>
          </a:p>
        </p:txBody>
      </p:sp>
      <p:sp>
        <p:nvSpPr>
          <p:cNvPr id="21" name="Text 18"/>
          <p:cNvSpPr/>
          <p:nvPr/>
        </p:nvSpPr>
        <p:spPr>
          <a:xfrm>
            <a:off x="6217920" y="3895344"/>
            <a:ext cx="292608" cy="292608"/>
          </a:xfrm>
          <a:prstGeom prst="rect">
            <a:avLst/>
          </a:prstGeom>
          <a:solidFill>
            <a:srgbClr val="0E7C7B"/>
          </a:solidFill>
          <a:ln>
            <a:solidFill>
              <a:srgbClr val="0E7C7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720840" y="39044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Read recommendation cards and safety alerts for action.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6172200" y="48920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7B"/>
                </a:solidFill>
              </a:rPr>
              <a:t>Visual focus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172200" y="5184648"/>
            <a:ext cx="4434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</a:rPr>
              <a:t>The dashboard is built for non-technical users: simple condition cards, charts, filters, and recommendation language instead of raw tables.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Business impact: safer planning, faster decisions, stronger awareness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The project converts public environmental data into operational decision support for daily life and community planning.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2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78961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58F"/>
                </a:solidFill>
              </a:rPr>
              <a:t>Executive Presentation  |  Environmental Activity &amp; Safety Recommendation Dashboard  |  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7B"/>
                </a:solidFill>
              </a:rPr>
              <a:t>Safer activity planning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4434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Users receive alerts for poor AQI, high UV, heat, snow, rain, and wind before choosing activities.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14173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</a:rPr>
              <a:t>Improved preparedness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0" y="1828800"/>
            <a:ext cx="4434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Guidance recommends sunscreen, hydration, umbrellas, winter protection, or indoor alternatives.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4747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AF50"/>
                </a:solidFill>
              </a:rPr>
              <a:t>Community awareness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886200"/>
            <a:ext cx="4434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Trend views help residents understand how air quality and weather shape outdoor safety.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34747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Reusable analytics asset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0" y="3886200"/>
            <a:ext cx="4434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The same pipeline can scale to new locations, dashboards, or public-health style reporting.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5806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7B"/>
                </a:solidFill>
              </a:rPr>
              <a:t>Business value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23160" y="5797296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r>
              <a:rPr lang="en-US" sz="1600" b="1" dirty="0"/>
              <a:t>The primary business value of this project is that it transforms weather and air-quality data into actionable recommendations, helping users make safer, healthier, and more informed daily decisions</a:t>
            </a:r>
            <a:endParaRPr lang="en-US" sz="145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19854B-D4C8-609C-87CC-56D98BC7A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04805A1-4964-E737-F46B-B6157021415C}"/>
              </a:ext>
            </a:extLst>
          </p:cNvPr>
          <p:cNvSpPr/>
          <p:nvPr/>
        </p:nvSpPr>
        <p:spPr>
          <a:xfrm>
            <a:off x="50292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Link</a:t>
            </a:r>
            <a:endParaRPr lang="en-US" sz="2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6F82C63-0A3F-2DDA-53E3-EDE3909A7B4F}"/>
              </a:ext>
            </a:extLst>
          </p:cNvPr>
          <p:cNvSpPr/>
          <p:nvPr/>
        </p:nvSpPr>
        <p:spPr>
          <a:xfrm>
            <a:off x="521208" y="758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The Dash. App link</a:t>
            </a:r>
            <a:endParaRPr lang="en-US" sz="10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3890E11-6853-D1B5-7D82-FBBB67345341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2D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D0FC9BC-A5F6-521E-93A2-F1C07074582C}"/>
              </a:ext>
            </a:extLst>
          </p:cNvPr>
          <p:cNvSpPr/>
          <p:nvPr/>
        </p:nvSpPr>
        <p:spPr>
          <a:xfrm>
            <a:off x="502920" y="6556248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58F"/>
                </a:solidFill>
              </a:rPr>
              <a:t> Executive Presentation  |  Environmental Activity &amp; Safety Recommendation Dashboard  |  10</a:t>
            </a:r>
            <a:endParaRPr lang="en-US" sz="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E111DBD-92DB-C9C9-6DCD-A9923ADE7E92}"/>
              </a:ext>
            </a:extLst>
          </p:cNvPr>
          <p:cNvSpPr/>
          <p:nvPr/>
        </p:nvSpPr>
        <p:spPr>
          <a:xfrm>
            <a:off x="685799" y="1325879"/>
            <a:ext cx="6304935" cy="1299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dirty="0"/>
              <a:t>Dash dashboard link: http://127.0.0.1:8050/</a:t>
            </a:r>
          </a:p>
        </p:txBody>
      </p:sp>
    </p:spTree>
    <p:extLst>
      <p:ext uri="{BB962C8B-B14F-4D97-AF65-F5344CB8AC3E}">
        <p14:creationId xmlns:p14="http://schemas.microsoft.com/office/powerpoint/2010/main" val="77062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1523</TotalTime>
  <Words>1444</Words>
  <Application>Microsoft Office PowerPoint</Application>
  <PresentationFormat>Widescreen</PresentationFormat>
  <Paragraphs>187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Data Engineering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Activity &amp; Safety Recommendation Dashboard</dc:title>
  <dc:subject>Week 5 Executive Presentation</dc:subject>
  <dc:creator>Linnet Bariu</dc:creator>
  <cp:lastModifiedBy>Linnet George</cp:lastModifiedBy>
  <cp:revision>4</cp:revision>
  <dcterms:created xsi:type="dcterms:W3CDTF">2026-06-09T21:15:12Z</dcterms:created>
  <dcterms:modified xsi:type="dcterms:W3CDTF">2026-06-14T03:13:09Z</dcterms:modified>
</cp:coreProperties>
</file>